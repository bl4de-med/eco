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8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co-upco.vercel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 Gaming Electronics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Next-Gen E-Commerce Platform for Sustainable Gaming Gear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29000" y="256032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</a:t>
            </a:r>
            <a:r>
              <a:rPr lang="en-US" sz="1200" dirty="0" err="1" smtClean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by:Mehdi</a:t>
            </a:r>
            <a:r>
              <a:rPr lang="en-US" sz="1200" dirty="0" smtClean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Touzani </a:t>
            </a:r>
            <a:r>
              <a:rPr lang="en-US" sz="1200" dirty="0" err="1" smtClean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Idrisssi</a:t>
            </a:r>
            <a:endParaRPr lang="en-US" sz="12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</a:t>
            </a:r>
            <a:r>
              <a:rPr lang="en-US" sz="1200" dirty="0" smtClean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of: Mr. </a:t>
            </a:r>
            <a:r>
              <a:rPr lang="en-US" sz="1200" dirty="0" err="1" smtClean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Ammari</a:t>
            </a:r>
            <a:endParaRPr lang="en-US" sz="12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 &amp; Vision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 Gaming Electronics addresses the growing carbon footprint of the gaming sector. Our mission is to deliver high-performance gaming peripherals made with recycled ocean plastics and low-impact manufacturing processes, while offering a modern, frictionless shopping experience for the conscious gamer.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8277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Objectives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Sustainable Materials: Verified eco-friendly gaming hardware.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Blazing Fast Performance: Optimized React storefront built with Vite.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Transactions: Ready for fully verified Stripe payment integration.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Deployment: Standardized environment configs &amp; vercel.json setup.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Premium UI/UX: Custom responsive design using Tailwind CSS.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237744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(Frontend)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with Vite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Tailwind CSS styling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components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Shopping Cart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Direct-routing via Vercel edge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37744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(API Layer)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19202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Node.js &amp; Express REST API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 connection pool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Transactional order processing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Stripe webhook endpoints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Robust error handling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37744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Hosting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19202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8 database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Normalized schemas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 hosted on Vercel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Environment config (.env)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Production-ready build scripts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Storefront &amp; User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7830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1371600"/>
            <a:ext cx="457200" cy="4572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6" name="Text 4"/>
          <p:cNvSpPr/>
          <p:nvPr/>
        </p:nvSpPr>
        <p:spPr>
          <a:xfrm>
            <a:off x="13944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1600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browse high-quality green hardware with specs.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17830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0420" y="1371600"/>
            <a:ext cx="457200" cy="4572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11" name="Text 9"/>
          <p:cNvSpPr/>
          <p:nvPr/>
        </p:nvSpPr>
        <p:spPr>
          <a:xfrm>
            <a:off x="33604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 Page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377440"/>
            <a:ext cx="1600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routing displays product specs &amp; eco metrics.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7830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26380" y="1371600"/>
            <a:ext cx="457200" cy="4572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16" name="Text 14"/>
          <p:cNvSpPr/>
          <p:nvPr/>
        </p:nvSpPr>
        <p:spPr>
          <a:xfrm>
            <a:off x="53263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Cart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600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state tracking stores and updates orders instantly.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1188720"/>
            <a:ext cx="178308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2340" y="1371600"/>
            <a:ext cx="457200" cy="4572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21" name="Text 19"/>
          <p:cNvSpPr/>
          <p:nvPr/>
        </p:nvSpPr>
        <p:spPr>
          <a:xfrm>
            <a:off x="72923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2377440"/>
            <a:ext cx="1600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Element integration secures all payment details.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&amp; REST 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Endpoints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920240"/>
            <a:ext cx="640080" cy="2286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20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1214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list of all products.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834640"/>
            <a:ext cx="640080" cy="228600"/>
          </a:xfrm>
          <a:prstGeom prst="roundRect">
            <a:avLst/>
          </a:prstGeom>
          <a:solidFill>
            <a:srgbClr val="16653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346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788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/api/products/:id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30358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detailed product information.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749040"/>
            <a:ext cx="640080" cy="22860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49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950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order &amp; initialize Stripe payment.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Relational Tables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92024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products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(INT AUTO_INCREMENT - PK)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name (VARCHAR), price (DECIMAL)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image_url (VARCHAR), details (TEXT)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stock (INT)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 orders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(INT AUTO_INCREMENT - PK)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customer_email (VARCHAR)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total_amount (DECIMAL)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payment_status (VARCHAR)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created_at (TIMESTAMP)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Configuration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(Vercel)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Configured via root 'vercel.json'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build commands automatically process Vite React resources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 bundle outputted directly to 'client/dist'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route redirection ensures direct URLs like '/products/aegis-apex' resolve correctly inside single-page React Router rules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Integration with zero env settings for easy testing deployment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Deployment &amp; Env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19202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Hosted on persistent Node.js environment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Utilizes .env configuration for DB and CORS settings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Required Environment Variables: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DB_HOST, DB_USER, DB_PASSWORD, DB_NAME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STRIPE_SECRET_KEY (for real orders)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CLIENT_ORIGIN (CORS validation for storefront)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VITE_API_URL configured at build time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Storefront &amp; App Preview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29000" y="86868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21031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🖼️ [ Insert Storefront Screenshot here ]</a:t>
            </a: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(e.g., Product Catalog or Homepage view)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21031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6459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🖼️ [ Insert Checkout Flow Screenshot here ]</a:t>
            </a: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(e.g., Cart Panel or Stripe checkout preview)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7392" y="3520440"/>
            <a:ext cx="7680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Live Application Link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u="sng" dirty="0" smtClean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/>
              </a:rPr>
              <a:t>link to website</a:t>
            </a:r>
            <a:endParaRPr lang="en-US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914400"/>
            <a:ext cx="3715447" cy="24100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051560"/>
            <a:ext cx="3856352" cy="2272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29000" y="2560320"/>
            <a:ext cx="2286000" cy="1828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</a:t>
            </a:r>
            <a:r>
              <a:rPr lang="en-US" sz="1200" dirty="0" smtClean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Mehdi </a:t>
            </a:r>
            <a:r>
              <a:rPr lang="en-US" sz="1200" smtClean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Touzani Idrissi</a:t>
            </a:r>
            <a:endParaRPr lang="en-US" sz="12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2200"/>
              </a:lnSpc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of: Mr. </a:t>
            </a:r>
            <a:r>
              <a:rPr lang="en-US" sz="1200" dirty="0" err="1" smtClean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Ammari</a:t>
            </a:r>
            <a:endParaRPr lang="en-US" sz="12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558</Words>
  <Application>Microsoft Office PowerPoint</Application>
  <PresentationFormat>On-screen Show (16:9)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med</cp:lastModifiedBy>
  <cp:revision>3</cp:revision>
  <dcterms:created xsi:type="dcterms:W3CDTF">2026-07-14T17:11:24Z</dcterms:created>
  <dcterms:modified xsi:type="dcterms:W3CDTF">2026-07-14T17:21:30Z</dcterms:modified>
</cp:coreProperties>
</file>