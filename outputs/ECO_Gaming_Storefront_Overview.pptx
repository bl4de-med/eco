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83a9ace194963" /><Relationship Type="http://schemas.openxmlformats.org/officeDocument/2006/relationships/extended-properties" Target="/docProps/app.xml" Id="R7f73c9533e144c83" /><Relationship Type="http://schemas.openxmlformats.org/officeDocument/2006/relationships/officeDocument" Target="/ppt/presentation.xml" Id="R07e9d95c85d748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a3728a14d4168"/>
  </p:sldMasterIdLst>
  <p:notesMasterIdLst>
    <p:notesMasterId xmlns:r="http://schemas.openxmlformats.org/officeDocument/2006/relationships" r:id="R35c868e9016c4584"/>
  </p:notesMasterIdLst>
  <p:sldIdLst>
    <p:sldId xmlns:r="http://schemas.openxmlformats.org/officeDocument/2006/relationships" id="256" r:id="R6b5347408c954cc8"/>
    <p:sldId xmlns:r="http://schemas.openxmlformats.org/officeDocument/2006/relationships" id="257" r:id="R7b5416ca19f14d74"/>
    <p:sldId xmlns:r="http://schemas.openxmlformats.org/officeDocument/2006/relationships" id="258" r:id="R91b46ad7a59b4073"/>
    <p:sldId xmlns:r="http://schemas.openxmlformats.org/officeDocument/2006/relationships" id="259" r:id="R997b031c97324ad1"/>
    <p:sldId xmlns:r="http://schemas.openxmlformats.org/officeDocument/2006/relationships" id="260" r:id="Ra52413b14dc04190"/>
    <p:sldId xmlns:r="http://schemas.openxmlformats.org/officeDocument/2006/relationships" id="261" r:id="R787d2cc8a522448e"/>
    <p:sldId xmlns:r="http://schemas.openxmlformats.org/officeDocument/2006/relationships" id="262" r:id="Rb067fd69109943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58f0a1129b4c49" /><Relationship Type="http://schemas.openxmlformats.org/officeDocument/2006/relationships/slideMaster" Target="/ppt/slideMasters/slideMaster1.xml" Id="Rde5a3728a14d4168" /><Relationship Type="http://schemas.openxmlformats.org/officeDocument/2006/relationships/notesMaster" Target="/ppt/notesMasters/notesMaster1.xml" Id="R35c868e9016c4584" /><Relationship Type="http://schemas.openxmlformats.org/officeDocument/2006/relationships/presProps" Target="/ppt/presProps.xml" Id="R503654d31e1c4a5c" /><Relationship Type="http://schemas.openxmlformats.org/officeDocument/2006/relationships/tableStyles" Target="/ppt/tableStyles.xml" Id="R9dcc3cb14c094c40" /><Relationship Type="http://schemas.openxmlformats.org/officeDocument/2006/relationships/slide" Target="/ppt/slides/slide1.xml" Id="R6b5347408c954cc8" /><Relationship Type="http://schemas.openxmlformats.org/officeDocument/2006/relationships/slide" Target="/ppt/slides/slide2.xml" Id="R7b5416ca19f14d74" /><Relationship Type="http://schemas.openxmlformats.org/officeDocument/2006/relationships/slide" Target="/ppt/slides/slide3.xml" Id="R91b46ad7a59b4073" /><Relationship Type="http://schemas.openxmlformats.org/officeDocument/2006/relationships/slide" Target="/ppt/slides/slide4.xml" Id="R997b031c97324ad1" /><Relationship Type="http://schemas.openxmlformats.org/officeDocument/2006/relationships/slide" Target="/ppt/slides/slide5.xml" Id="Ra52413b14dc04190" /><Relationship Type="http://schemas.openxmlformats.org/officeDocument/2006/relationships/slide" Target="/ppt/slides/slide6.xml" Id="R787d2cc8a522448e" /><Relationship Type="http://schemas.openxmlformats.org/officeDocument/2006/relationships/slide" Target="/ppt/slides/slide7.xml" Id="Rb067fd691099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b9bfcbd0a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203e27e104a25" /><Relationship Type="http://schemas.openxmlformats.org/officeDocument/2006/relationships/notesMaster" Target="/ppt/notesMasters/notesMaster1.xml" Id="R3595267c33404a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91a460c8804818" /><Relationship Type="http://schemas.openxmlformats.org/officeDocument/2006/relationships/notesMaster" Target="/ppt/notesMasters/notesMaster1.xml" Id="R876859861c45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e9b8ae0234e86" /><Relationship Type="http://schemas.openxmlformats.org/officeDocument/2006/relationships/notesMaster" Target="/ppt/notesMasters/notesMaster1.xml" Id="R51330174c64047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fabe92ba554764" /><Relationship Type="http://schemas.openxmlformats.org/officeDocument/2006/relationships/notesMaster" Target="/ppt/notesMasters/notesMaster1.xml" Id="Rc0f891bc0930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12d355b65f4abe" /><Relationship Type="http://schemas.openxmlformats.org/officeDocument/2006/relationships/notesMaster" Target="/ppt/notesMasters/notesMaster1.xml" Id="R5bd628064b6e44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5a336f5e6489b" /><Relationship Type="http://schemas.openxmlformats.org/officeDocument/2006/relationships/notesMaster" Target="/ppt/notesMasters/notesMaster1.xml" Id="R6e645fb2928f43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4534a60a54cce" /><Relationship Type="http://schemas.openxmlformats.org/officeDocument/2006/relationships/notesMaster" Target="/ppt/notesMasters/notesMaster1.xml" Id="Rce8736cb741546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ea66ed4b8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285d1630f4a51" /><Relationship Type="http://schemas.openxmlformats.org/officeDocument/2006/relationships/slideLayout" Target="/ppt/slideLayouts/slideLayout1.xml" Id="R1513d7f3d76442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13d7f3d76442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dfdc4c3ef4f36" /><Relationship Type="http://schemas.openxmlformats.org/officeDocument/2006/relationships/notesSlide" Target="/ppt/notesSlides/notesSlide1.xml" Id="R00fb2285861a42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7b8b6cca466e" /><Relationship Type="http://schemas.openxmlformats.org/officeDocument/2006/relationships/notesSlide" Target="/ppt/notesSlides/notesSlide2.xml" Id="R7e83d6cad4b2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328d476d4c4f" /><Relationship Type="http://schemas.openxmlformats.org/officeDocument/2006/relationships/notesSlide" Target="/ppt/notesSlides/notesSlide3.xml" Id="R4fe15d02a4e143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015e98124e4f" /><Relationship Type="http://schemas.openxmlformats.org/officeDocument/2006/relationships/notesSlide" Target="/ppt/notesSlides/notesSlide4.xml" Id="R7ef98dd8b04b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9eee6dc564912" /><Relationship Type="http://schemas.openxmlformats.org/officeDocument/2006/relationships/notesSlide" Target="/ppt/notesSlides/notesSlide5.xml" Id="R8d194b7d593a40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812281884cf1" /><Relationship Type="http://schemas.openxmlformats.org/officeDocument/2006/relationships/notesSlide" Target="/ppt/notesSlides/notesSlide6.xml" Id="Rfb189400e1394e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ad9c9de4b4bd3" /><Relationship Type="http://schemas.openxmlformats.org/officeDocument/2006/relationships/notesSlide" Target="/ppt/notesSlides/notesSlide7.xml" Id="R241ffbc3655d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FB8EF-5678-4BF8-827A-0B0FEEBD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D3D0"/>
                </a:solidFill>
              </a:defRPr>
            </a:pPr>
            <a:r>
              <a:rPr sz="2250" b="1">
                <a:solidFill>
                  <a:srgbClr val="6DD3D0"/>
                </a:solidFill>
              </a:rPr>
              <a:t>ECO//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19BA6-4142-42AA-91DB-762A042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Gaming electronics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storefront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DDC47-3571-4D54-8D68-1F11010D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4E2"/>
                </a:solidFill>
              </a:defRPr>
            </a:pPr>
            <a:r>
              <a:rPr sz="1650" b="0">
                <a:solidFill>
                  <a:srgbClr val="C8D4E2"/>
                </a:solidFill>
              </a:rPr>
              <a:t>A modern React commerce experience for competitive players, premium hardware, and clean checkout journeys.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ACFE5-74EE-442D-A878-8328047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705100" cy="35433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630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E51E6-4849-4A33-ADAE-C265F15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1905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D6F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C9925-B310-43F4-B9D8-1940992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24050"/>
            <a:ext cx="1333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A1F6C-220D-4C72-87BF-6CC3DF2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3A"/>
                </a:solidFill>
              </a:defRPr>
            </a:pPr>
            <a:r>
              <a:rPr sz="1575" b="1">
                <a:solidFill>
                  <a:srgbClr val="10213A"/>
                </a:solidFill>
              </a:rPr>
              <a:t>PLAY</a:t>
            </a:r>
          </a:p>
          <a:p xmlns:a="http://schemas.openxmlformats.org/drawingml/2006/main">
            <a:pPr algn="ctr">
              <a:defRPr sz="1575" b="1">
                <a:solidFill>
                  <a:srgbClr val="10213A"/>
                </a:solidFill>
              </a:defRPr>
            </a:pPr>
            <a:r>
              <a:rPr sz="1575" b="1">
                <a:solidFill>
                  <a:srgbClr val="10213A"/>
                </a:solidFill>
              </a:rPr>
              <a:t>WITHOUT</a:t>
            </a:r>
          </a:p>
          <a:p xmlns:a="http://schemas.openxmlformats.org/drawingml/2006/main">
            <a:pPr algn="ctr">
              <a:defRPr sz="1575" b="1">
                <a:solidFill>
                  <a:srgbClr val="10213A"/>
                </a:solidFill>
              </a:defRPr>
            </a:pPr>
            <a:r>
              <a:rPr sz="1575" b="1">
                <a:solidFill>
                  <a:srgbClr val="10213A"/>
                </a:solidFill>
              </a:rPr>
              <a:t>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85BD-A8D5-4D78-A609-DB1F0B4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4D8"/>
                </a:solidFill>
              </a:defRPr>
            </a:pPr>
            <a:r>
              <a:rPr sz="900" b="1">
                <a:solidFill>
                  <a:srgbClr val="AFC4D8"/>
                </a:solidFill>
              </a:rPr>
              <a:t>PROJECT OVERVIEW · 2026</a:t>
            </a:r>
          </a:p>
        </p:txBody>
      </p:sp>
    </p:spTree>
    <p:extLst>
      <p:ext uri="{BB962C8B-B14F-4D97-AF65-F5344CB8AC3E}">
        <p14:creationId xmlns:p14="http://schemas.microsoft.com/office/powerpoint/2010/main" val="1294547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30272-991C-477F-BB2A-EDB825F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F57C2-69E3-4EB6-A7F7-3865820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137D4-E056-4F63-93E2-DB77E61D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5CB1B-005A-4856-B49A-2CAF561A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THE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3F97B-9E74-42B8-96AB-8F0933A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A storefront built around the gaming 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B4CB6-15C9-4C03-9553-F25FFFD2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The site combines a focused visual identity with fast paths into the categories that matter most.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B7EDB-618F-4198-B55B-3977667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8966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BC79-E3E1-4FD7-A6E0-AAC5FEC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6B7A"/>
                </a:solidFill>
              </a:defRPr>
            </a:pPr>
            <a:r>
              <a:rPr sz="2400" b="1">
                <a:solidFill>
                  <a:srgbClr val="056B7A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258AF-EA02-4FF5-BDFC-3D552BE5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24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catalog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0ED37-BB67-439D-B345-3DCF794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C92DF-34ED-46AB-96AC-D3B25B5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67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6B7A"/>
                </a:solidFill>
              </a:defRPr>
            </a:pPr>
            <a:r>
              <a:rPr sz="2400" b="1">
                <a:solidFill>
                  <a:srgbClr val="056B7A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990E0-87E0-4EC5-BC82-22C8C86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24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peripheral collections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E6670-C0B6-43D1-955A-DDEA8B41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67125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71718-30B2-4CFC-9F5F-9139045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67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7E5D"/>
                </a:solidFill>
              </a:defRPr>
            </a:pPr>
            <a:r>
              <a:rPr sz="2400" b="1">
                <a:solidFill>
                  <a:srgbClr val="F17E5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38837-7D70-4725-B630-76D66F4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core shopping steps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B7CCC-0CD2-4A13-AFDA-0C759830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67125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A3B15-6122-4F77-BF98-0D0F73A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67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6B7A"/>
                </a:solidFill>
              </a:defRPr>
            </a:pPr>
            <a:r>
              <a:rPr sz="2400" b="1">
                <a:solidFill>
                  <a:srgbClr val="056B7A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DE406-4778-428E-AA95-D4A9121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243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responsive storefront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B1081-397B-47DD-80F2-EA4CCA58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Product discovery is intentionally simple: browse a collection, inspect details, then add the right configuration to cart.</a:t>
            </a:r>
          </a:p>
        </p:txBody>
      </p:sp>
    </p:spTree>
    <p:extLst>
      <p:ext uri="{BB962C8B-B14F-4D97-AF65-F5344CB8AC3E}">
        <p14:creationId xmlns:p14="http://schemas.microsoft.com/office/powerpoint/2010/main" val="793536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92438-8EE4-4EC8-855E-75568E6F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675E-F732-4DB2-993F-1992A1E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76A8-A471-4789-9094-A3132772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0D2C0-495B-4151-BB82-87972123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SHOPPING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6C0CA-FE23-44A3-A354-F32FAE73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Every route removes friction before checkout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60ACA-A16A-46F2-871D-17246018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Navigation works from product pages as well as the home page, keeping customers close to the catalog.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AB205-CF3A-4DE6-B967-EB7E9737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58AF3-94F1-4B54-BB74-820DFB4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6B7A"/>
                </a:solidFill>
              </a:defRPr>
            </a:pPr>
            <a:r>
              <a:rPr sz="1200" b="1">
                <a:solidFill>
                  <a:srgbClr val="056B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E6A0-1F5E-41B9-8A5A-542E935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AB601-BA73-4E24-A096-AD344B98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Trending gear, categories, and a deep product grid.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60035-AC18-4F2E-8AC1-4964595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005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E8833-D855-47F6-BA72-D9EE8E1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9A51A-247D-43B2-B120-BB4719AD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6B7A"/>
                </a:solidFill>
              </a:defRPr>
            </a:pPr>
            <a:r>
              <a:rPr sz="1200" b="1">
                <a:solidFill>
                  <a:srgbClr val="056B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FD48C-5813-4BD4-B620-DA08DDE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Configure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7E658-CC7A-43B4-BB1E-FE0855A9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Product pages expose specs and available upgrade options.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72D83-901D-463D-A04F-B6A151D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005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A692D-8A0A-48D6-A03C-AB251852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238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E6908-5781-4AE5-BD15-1E9E1A5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6B7A"/>
                </a:solidFill>
              </a:defRPr>
            </a:pPr>
            <a:r>
              <a:rPr sz="1200" b="1">
                <a:solidFill>
                  <a:srgbClr val="056B7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E8A25-44FB-459C-AE16-618677E9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Checkout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E3484-56B0-4221-8705-EE36FD3F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A focused payment panel ends with a clear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61567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ABB64-A017-4811-A878-C9B76838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7CDE4-6658-4B63-88A3-77267CF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BC345-08B3-4CD7-9161-33C40636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5A31F-3183-4708-8DDD-6506D6D3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PRODUCT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89044-DCD8-41A6-ADB5-989EBB6E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One catalog supports diverse gaming hardware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9030F-DA0E-43A9-84AF-814689F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The model handles custom PCs, performance peripherals, high-refresh displays, VR, and supporting components.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A4DC0-D818-4D4A-A661-0013688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D1074-3717-4C8B-AA75-E01340B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3AC40-3A21-4464-A2A4-A4EEECE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Pre-built PCs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B584B-781B-4AC2-AC63-7DB6EBE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</a:defRPr>
            </a:pPr>
            <a:r>
              <a:rPr sz="1050" b="0">
                <a:solidFill>
                  <a:srgbClr val="526173"/>
                </a:solidFill>
              </a:rPr>
              <a:t>Flagship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EFBF3-3B14-4EAD-925E-C176C62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21CB0-B5A5-4808-9203-75883C5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7E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E49C4-08B3-411F-9F3D-9DD21B4E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Components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D15A5-96FB-42B6-821B-EECECFC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</a:defRPr>
            </a:pPr>
            <a:r>
              <a:rPr sz="1050" b="0">
                <a:solidFill>
                  <a:srgbClr val="526173"/>
                </a:solidFill>
              </a:rPr>
              <a:t>GPUs, storage, power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FB475-36DD-42C7-AEBD-FAA79D4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BDA55-5A9A-4A69-9E0B-D9FED00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996FC-50D4-4A10-A13C-E27BDD58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Peripherals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626CB-DF31-4F12-B682-F39C2EF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</a:defRPr>
            </a:pPr>
            <a:r>
              <a:rPr sz="1050" b="0">
                <a:solidFill>
                  <a:srgbClr val="526173"/>
                </a:solidFill>
              </a:rPr>
              <a:t>Keyboards and mice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157F9-B4A2-4238-823D-719CA8A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5143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D230B-E892-47E7-8374-3129EE7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00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ABB01-D082-42CF-B773-2981136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19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Monitors &amp; VR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131C1-048B-4F45-AF2B-0A31DF6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767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3"/>
                </a:solidFill>
              </a:defRPr>
            </a:pPr>
            <a:r>
              <a:rPr sz="1050" b="0">
                <a:solidFill>
                  <a:srgbClr val="526173"/>
                </a:solidFill>
              </a:rPr>
              <a:t>Immersive displays</a:t>
            </a:r>
          </a:p>
        </p:txBody>
      </p:sp>
    </p:spTree>
    <p:extLst>
      <p:ext uri="{BB962C8B-B14F-4D97-AF65-F5344CB8AC3E}">
        <p14:creationId xmlns:p14="http://schemas.microsoft.com/office/powerpoint/2010/main" val="771366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1CDDF-5270-4424-A540-BF40DB4C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19BDB-430D-4EC7-8545-E48FA86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A613B-D1EC-4703-BB25-E08B820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ACF87-F1E1-4742-8297-4523E947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APPLICATION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95A02-16CC-42EF-ADFD-3A1A8C2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A modular stack separates storefront, APIs, and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9F5E2-B862-486D-8F3D-391C2C6D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The project is structured so the visual experience can deploy independently while the transactional layer scales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B180C-955A-478B-84B9-9F21ED44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971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9E9A6-E03B-4FC1-89EB-5E19B29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React + Tailwind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52A7C-C68C-427F-82EF-1E7FC85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Responsive storefront and client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E3488-DE1D-480A-8C9D-D1BC1B73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2971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03AC8-DDF8-4B75-967D-5F298671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Express 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87C3-8DCB-48BA-A9A4-C525032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Products, specifications, reviews,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2CA0B-780F-45A9-A1A5-85FFAD51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971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5AA33-98AA-4887-A62C-8A7F805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MySQL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C4396-50A1-457A-AD9D-E4630A3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3"/>
                </a:solidFill>
              </a:defRPr>
            </a:pPr>
            <a:r>
              <a:rPr sz="1125" b="0">
                <a:solidFill>
                  <a:srgbClr val="526173"/>
                </a:solidFill>
              </a:rPr>
              <a:t>Normalized catalog and order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D4EF0-FB5E-412A-81CB-EB4AE078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15673-47C1-46AD-9A86-E80937A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9680A-F510-49E1-B712-E11604D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</a:defRPr>
            </a:pPr>
            <a:r>
              <a:rPr sz="1275" b="0">
                <a:solidFill>
                  <a:srgbClr val="526173"/>
                </a:solidFill>
              </a:rPr>
              <a:t>The API uses validation, rate limiting, stock checks, and transactions to protect order creation.</a:t>
            </a:r>
          </a:p>
        </p:txBody>
      </p:sp>
    </p:spTree>
    <p:extLst>
      <p:ext uri="{BB962C8B-B14F-4D97-AF65-F5344CB8AC3E}">
        <p14:creationId xmlns:p14="http://schemas.microsoft.com/office/powerpoint/2010/main" val="80165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81D31-5AC0-47B6-B924-BADB4F5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CDBB3-C5F2-4B16-967E-D8F722E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5E4AD-8DA6-45C0-A799-E710CCFE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4A197-33C2-442C-AEFE-1100491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DEPLOYMENT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D23DD-A4D8-4B7F-BCC7-826D9FE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Vercel serves the storefront reliably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9E59E-9CBE-4EB2-BC92-0C705A1F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The deployment configuration builds the Vite client, publishes the static output, and rewrites client routes to prevent direct-link 404s.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244E4-AA77-4287-A350-7877B04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896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5F40D-2510-416D-BB1F-109563FE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AF595-8FBD-4A7F-A56E-5C1B58D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D3D0"/>
                </a:solidFill>
              </a:defRPr>
            </a:pPr>
            <a:r>
              <a:rPr sz="1950" b="1">
                <a:solidFill>
                  <a:srgbClr val="6DD3D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D4B9D-46E1-4037-B68E-D729C5CC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Vercel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CD769-74D7-4847-8334-8BAD0BE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D3D0"/>
                </a:solidFill>
              </a:defRPr>
            </a:pPr>
            <a:r>
              <a:rPr sz="1950" b="1">
                <a:solidFill>
                  <a:srgbClr val="6DD3D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C65F7-63CD-42B8-BAAD-E0E913E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Live storefront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5BBCB-F770-470D-A011-A73D674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4E2"/>
                </a:solidFill>
              </a:defRPr>
            </a:pPr>
            <a:r>
              <a:rPr sz="1125" b="0">
                <a:solidFill>
                  <a:srgbClr val="C8D4E2"/>
                </a:solidFill>
              </a:rPr>
              <a:t>Vite build + SPA route rewrite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61C3D-BF76-4829-8A5B-D7A0D7A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3"/>
                </a:solidFill>
              </a:defRPr>
            </a:pPr>
            <a:r>
              <a:rPr sz="1275" b="0">
                <a:solidFill>
                  <a:srgbClr val="526173"/>
                </a:solidFill>
              </a:rPr>
              <a:t>For live payments and persisted orders: deploy the Node API and MySQL database separately, then connect Stripe.</a:t>
            </a:r>
          </a:p>
        </p:txBody>
      </p:sp>
    </p:spTree>
    <p:extLst>
      <p:ext uri="{BB962C8B-B14F-4D97-AF65-F5344CB8AC3E}">
        <p14:creationId xmlns:p14="http://schemas.microsoft.com/office/powerpoint/2010/main" val="1834081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C8F26-D3FA-482E-8E5C-91D8663E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6B7A"/>
                </a:solidFill>
              </a:defRPr>
            </a:pPr>
            <a:r>
              <a:rPr sz="900" b="1">
                <a:solidFill>
                  <a:srgbClr val="056B7A"/>
                </a:solidFill>
              </a:rPr>
              <a:t>ECO · GAMING ELECTRONICS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30C7E-404F-4A46-93F4-AD8DDF8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78E87-AABD-4CD6-841B-7CD9B785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29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3"/>
                </a:solidFill>
              </a:defRPr>
            </a:pPr>
            <a:r>
              <a:rPr sz="900" b="1">
                <a:solidFill>
                  <a:srgbClr val="5261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DA6E-9C1E-4785-8DF8-F5D5DFFC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6B7A"/>
                </a:solidFill>
              </a:defRPr>
            </a:pPr>
            <a:r>
              <a:rPr sz="975" b="1">
                <a:solidFill>
                  <a:srgbClr val="056B7A"/>
                </a:solidFill>
              </a:rPr>
              <a:t>NEXT MILESTONE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5C998-354E-4875-BDE3-2DAFB47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13D"/>
                </a:solidFill>
              </a:defRPr>
            </a:pPr>
            <a:r>
              <a:rPr sz="3225" b="1">
                <a:solidFill>
                  <a:srgbClr val="14213D"/>
                </a:solidFill>
              </a:rPr>
              <a:t>Turn the polished demo into a production 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8665A-5DCF-49A5-91E2-EC3FFBE0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3"/>
                </a:solidFill>
              </a:defRPr>
            </a:pPr>
            <a:r>
              <a:rPr sz="1500" b="0">
                <a:solidFill>
                  <a:srgbClr val="526173"/>
                </a:solidFill>
              </a:rPr>
              <a:t>The customer experience is ready to present; the next release connects real inventory, order persistence, and payments.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CF3F4-E56F-4726-9996-3187E554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6B7A"/>
                </a:solidFill>
              </a:defRPr>
            </a:pPr>
            <a:r>
              <a:rPr sz="1275" b="1">
                <a:solidFill>
                  <a:srgbClr val="056B7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23CA6-18B8-49C7-B05D-1EDABA3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Deploy the storefront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E1B10-B842-448D-B072-27093037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Publish the Vite build through Vercel.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A4998-79F3-45AE-A093-7184B29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E06A9-C9E2-4073-8A35-80A4DAB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6B7A"/>
                </a:solidFill>
              </a:defRPr>
            </a:pPr>
            <a:r>
              <a:rPr sz="1275" b="1">
                <a:solidFill>
                  <a:srgbClr val="056B7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0D5B-9E5B-4BD0-A98B-0A438BD6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Connect API +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04D6C-F729-499F-9328-8CA2861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909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Set secure environment variables and import the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983C0-FD8A-4144-90E2-64FBC17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CBB93-8B98-47EC-ADDC-9B745BE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6B7A"/>
                </a:solidFill>
              </a:defRPr>
            </a:pPr>
            <a:r>
              <a:rPr sz="1275" b="1">
                <a:solidFill>
                  <a:srgbClr val="056B7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3D681-F8C8-4732-87CA-5A72B6CB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Activate Stripe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5C07D-8F1C-49E7-AA29-5AC5F3C8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720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3"/>
                </a:solidFill>
              </a:defRPr>
            </a:pPr>
            <a:r>
              <a:rPr sz="1200" b="0">
                <a:solidFill>
                  <a:srgbClr val="526173"/>
                </a:solidFill>
              </a:rPr>
              <a:t>Replace demo card fields with Stripe Payment Element.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C4C8F-9912-4876-8A07-233753D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8A943-649A-4101-BE9A-3A935AB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</a:defRPr>
            </a:pPr>
            <a:r>
              <a:rPr sz="1800" b="1">
                <a:solidFill>
                  <a:srgbClr val="10213A"/>
                </a:solidFill>
              </a:rPr>
              <a:t>ECO//  Ready for the next release.</a:t>
            </a:r>
          </a:p>
        </p:txBody>
      </p:sp>
    </p:spTree>
    <p:extLst>
      <p:ext uri="{BB962C8B-B14F-4D97-AF65-F5344CB8AC3E}">
        <p14:creationId xmlns:p14="http://schemas.microsoft.com/office/powerpoint/2010/main" val="355814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2026-07-14T16:52:23.1170000Z</dcterms:created>
  <dcterms:modified xsi:type="dcterms:W3CDTF">2026-07-14T16:52:23.1170000Z</dcterms:modified>
</coreProperties>
</file>