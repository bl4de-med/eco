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Next-Gen E-Commerce Platform for Sustainable Gaming Gear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9704" y="3566160"/>
            <a:ext cx="3200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754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02552" y="4754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of: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18304" y="1097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 addresses the growing carbon footprint of the gaming sector. Our mission is to deliver high-performance gaming peripherals made with recycled ocean plastics and low-impact manufacturing processes, while offering a modern, frictionless shopping experience for the conscious gamer.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Objectives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02552" y="25603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Sustainable Materials: Verified eco-friendly gaming hardware.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Blazing Fast Performance: Optimized React storefront built with Vite.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Transactions: Ready for fully verified Stripe payment integration.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Deployment: Standardized environment configs &amp; vercel.json setup.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Premium UI/UX: Custom responsive design using Tailwind CSS.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18304" y="1097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320040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(Frontend)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with Vite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styling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components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Shopping Cart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Direct-routing via Vercel edge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9704" y="1645920"/>
            <a:ext cx="320040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(API Layer)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4024" y="256032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 &amp; Express REST API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connection pool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Transactional order processing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Stripe webhook endpoints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Robust error handling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7032" y="1645920"/>
            <a:ext cx="320040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Hosting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31352" y="256032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 Relational database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Normalized schemas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hosted on Vercel CDN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Environment config (.env)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Production-ready build scripts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 &amp; User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18304" y="1097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4688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920240"/>
            <a:ext cx="64008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browse high-quality green hardware with specs.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20240"/>
            <a:ext cx="64008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routing displays product specs &amp; eco metrics.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4688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920240"/>
            <a:ext cx="64008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state tracking stores and updates orders instantly.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24688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1920240"/>
            <a:ext cx="64008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Flow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3832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Element integration secures all payment details.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&amp; REST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18304" y="1097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914400" cy="3200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list of all products.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914400" cy="3200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520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/api/products/:id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detailed product information.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914400" cy="3200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4937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order &amp; initialize Stripe payment.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36792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Relational Tables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02552" y="237744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products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 (VARCHAR), price (DECIMAL)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image_url (VARCHAR), details (TEXT)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stock (INT)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orders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customer_email (VARCHAR)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total_amount (DECIMAL)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payment_status (VARCHAR)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created_at (TIMESTAMP)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18304" y="1097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Deployment (Vercel)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Configured via root 'vercel.json'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build commands automatically process Vite React resources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 bundle outputted directly to 'client/dist'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route redirection ensures direct URLs like '/products/aegis-apex' resolve correctly inside single-page React Router rules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 with zero env settings for easy testing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Deployment &amp; Env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02552" y="25603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Hosted on persistent Node.js environment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Utilizes .env configuration for DB and CORS settings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Required Environment Variables: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DB_HOST, DB_USER, DB_PASSWORD, DB_NAME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STRIPE_SECRET_KEY (for real order processing)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CLIENT_ORIGIN (CORS validation for Vercel storefront domain)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VITE_API_URL configured at the storefront builder level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9704" y="3749040"/>
            <a:ext cx="3200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754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by: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02552" y="4754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of: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2026-07-14T17:07:57Z</dcterms:created>
  <dcterms:modified xsi:type="dcterms:W3CDTF">2026-07-14T17:07:57Z</dcterms:modified>
</cp:coreProperties>
</file>